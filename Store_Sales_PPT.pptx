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84" r:id="rId10"/>
    <p:sldId id="270" r:id="rId11"/>
    <p:sldId id="281" r:id="rId12"/>
    <p:sldId id="280" r:id="rId13"/>
    <p:sldId id="282" r:id="rId14"/>
    <p:sldId id="28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6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7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9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3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00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5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7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1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557554"/>
            <a:ext cx="7773338" cy="95186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Database Management System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Project</a:t>
            </a:r>
            <a:br>
              <a:rPr lang="en-IN" sz="27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7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001" y="3799785"/>
            <a:ext cx="5637997" cy="11391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IN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Ritikaa Rajesh Mishra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  <a:r>
              <a:rPr lang="en-US" alt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Workbench</a:t>
            </a:r>
            <a:endParaRPr lang="en-US" alt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479371"/>
            <a:ext cx="7773338" cy="80277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/ Objective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12A8F77-A835-ADEB-A488-C6C90A69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73" y="1999582"/>
            <a:ext cx="7848651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data-driven insights in sales and inventory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identifying top products and customers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data using SQL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insights for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03385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E8A6533-8DD3-5023-2020-B63363E0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1848262"/>
            <a:ext cx="7773338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consists of multiple tables such as Stores, Customers, Orders, Products, Staffs, and Stocks.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contains information related to sales transactions, customer details, product data, employee records, and inventory.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the tables are connected using primary and foreign keys, forming a relational database structure.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helps in analyzing sales performance, customer behavior, employee efficiency, and inventory management.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1EE437-F8BA-0114-73E3-21F51278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274635"/>
            <a:ext cx="7773338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(MySQL Workbench) is used for data analysis and writing queries.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is used for data preparation and formatting.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 tool is used to design and understand the database structure.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B243-4CBE-21F4-88FB-FCFEAF16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75B4-25A1-3A30-AFBB-21BB8177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FC2816-C77A-7362-558D-37FAD7939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093498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data from Word to Excel and then to CSV format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unnecessary headers and ensured proper structure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 date formats for consistency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or inconsistent values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cleaned data into MySQL for analysis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3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6742-51F2-79BE-413B-1BB3598C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0B5-5573-0F0D-826F-3509769B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Using SQL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40EDA4B-CE7F-A3D7-4977-DD8A65BE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data analysis using SQL queries on multiple tables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JOIN operations to combine data from different tables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aggregate functions like SUM and COUNT for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GROUP BY and filtering to extract meaningful insights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results for sales, customers, employees, and inventory</a:t>
            </a:r>
          </a:p>
        </p:txBody>
      </p:sp>
    </p:spTree>
    <p:extLst>
      <p:ext uri="{BB962C8B-B14F-4D97-AF65-F5344CB8AC3E}">
        <p14:creationId xmlns:p14="http://schemas.microsoft.com/office/powerpoint/2010/main" val="65274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9608-BC57-82E1-334C-09584FCE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5D23-2D0A-762E-E143-322DB602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/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2448EB-FCF0-F8EB-6FA5-7550443D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queries for data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JOINs to combine tables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SUM and COUNT for calculations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GROUP BY for insights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RANK and ROW_NUMBER for advanced analysis</a:t>
            </a:r>
          </a:p>
        </p:txBody>
      </p:sp>
    </p:spTree>
    <p:extLst>
      <p:ext uri="{BB962C8B-B14F-4D97-AF65-F5344CB8AC3E}">
        <p14:creationId xmlns:p14="http://schemas.microsoft.com/office/powerpoint/2010/main" val="1434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2CDB-6DAD-230D-F13B-C6DEEEEF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ADDC-A132-3905-0EDC-388712E0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B05CF6-6E8F-FD91-F310-4586D71DF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043802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top-selling products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high-value customers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sales trends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low-stock products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employee performance </a:t>
            </a:r>
          </a:p>
        </p:txBody>
      </p:sp>
    </p:spTree>
    <p:extLst>
      <p:ext uri="{BB962C8B-B14F-4D97-AF65-F5344CB8AC3E}">
        <p14:creationId xmlns:p14="http://schemas.microsoft.com/office/powerpoint/2010/main" val="361733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228E-11B9-7EA0-5F83-A2E01502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DE82-B2EF-F7BE-9B67-9928B36E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C4970B-853F-0622-FBFD-AF3E00D8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1112" y="2382495"/>
            <a:ext cx="4063857" cy="281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 showing relationships between tables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used for analysis of sales, customers, and inventory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generated using SQL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3BE1F-9016-94BD-2860-68969521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1" y="1693214"/>
            <a:ext cx="4581161" cy="41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0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0CD740-7C1C-DE9C-C0C5-B013E2A1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142557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more stock of products that sell more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important customers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low-performing employees improve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stock regularly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31B4-1181-0C8C-5B2D-B3EFF72A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7518-FE00-C722-C3EF-768B44BE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F571CC-EC68-F5E0-99AA-1379C43E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232730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in converting data (Word to Excel to CSV)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format issues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in SQL queries Difficulty in understanding joins and functions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solving running total queries</a:t>
            </a:r>
          </a:p>
        </p:txBody>
      </p:sp>
    </p:spTree>
    <p:extLst>
      <p:ext uri="{BB962C8B-B14F-4D97-AF65-F5344CB8AC3E}">
        <p14:creationId xmlns:p14="http://schemas.microsoft.com/office/powerpoint/2010/main" val="116965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C4C5-65B7-B370-FF6E-1D07A659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85EC-37B3-4470-6E81-8DFFF59B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F6EFE4-AE2D-53E2-0FA2-8EA7A4182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215001"/>
            <a:ext cx="7773338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analyzed store data using SQL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important sales and customer insights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understanding of business data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Gained hands-on experience in SQL</a:t>
            </a:r>
          </a:p>
        </p:txBody>
      </p:sp>
    </p:spTree>
    <p:extLst>
      <p:ext uri="{BB962C8B-B14F-4D97-AF65-F5344CB8AC3E}">
        <p14:creationId xmlns:p14="http://schemas.microsoft.com/office/powerpoint/2010/main" val="53241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B4E2-5683-3D71-83EC-909721F4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9073-E3FC-BAFD-297F-6F2BDBFC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A290FB-0305-9281-9458-BB1310F2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102799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dashboards using Power BI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data with real-time updates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prediction of future sales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customer analysis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8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2CF5-BBE1-6CFC-060B-F4590B51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B45A-87C3-0F2A-0E8E-6FE2623D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3037550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314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365</TotalTime>
  <Words>430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Tw Cen MT</vt:lpstr>
      <vt:lpstr>Droplet</vt:lpstr>
      <vt:lpstr>Store Database Management System SQL Project </vt:lpstr>
      <vt:lpstr>Business Problem / Objective</vt:lpstr>
      <vt:lpstr>Dataset Overview</vt:lpstr>
      <vt:lpstr>Tools &amp; Technologies</vt:lpstr>
      <vt:lpstr>Data Cleaning &amp; Preprocessing</vt:lpstr>
      <vt:lpstr>Data Analysis Using SQL</vt:lpstr>
      <vt:lpstr>Methodology / Analysis</vt:lpstr>
      <vt:lpstr>Key Insights</vt:lpstr>
      <vt:lpstr>Visualization</vt:lpstr>
      <vt:lpstr>Recommendations</vt:lpstr>
      <vt:lpstr>Challenges Faced</vt:lpstr>
      <vt:lpstr>Conclusion</vt:lpstr>
      <vt:lpstr>Future Scope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Ritikaa Mishra</cp:lastModifiedBy>
  <cp:revision>48</cp:revision>
  <dcterms:created xsi:type="dcterms:W3CDTF">2013-01-27T09:14:16Z</dcterms:created>
  <dcterms:modified xsi:type="dcterms:W3CDTF">2026-05-05T15:17:13Z</dcterms:modified>
  <cp:category/>
</cp:coreProperties>
</file>